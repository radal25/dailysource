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7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/>
    <p:restoredTop sz="94598"/>
  </p:normalViewPr>
  <p:slideViewPr>
    <p:cSldViewPr snapToGrid="0" snapToObjects="1">
      <p:cViewPr varScale="1">
        <p:scale>
          <a:sx n="151" d="100"/>
          <a:sy n="151" d="100"/>
        </p:scale>
        <p:origin x="12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0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5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2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0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9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0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11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7569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69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03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53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53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9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87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9574" y="167938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rPr dirty="0" err="1"/>
              <a:t>DailyVerse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90368" y="1381276"/>
            <a:ext cx="41145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rPr lang="en-US" dirty="0"/>
              <a:t>“Scripture that meets you where you are.”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490134" y="990899"/>
            <a:ext cx="20034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Project </a:t>
            </a:r>
            <a:r>
              <a:rPr lang="en-US" dirty="0"/>
              <a:t>by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Raphael Adal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0371" y="990899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/>
              <a:t>Objectives:</a:t>
            </a:r>
          </a:p>
          <a:p>
            <a:pPr>
              <a:defRPr sz="1200"/>
            </a:pPr>
            <a:r>
              <a:rPr dirty="0"/>
              <a:t>• Deliver daily scripture by emotion</a:t>
            </a:r>
          </a:p>
          <a:p>
            <a:pPr>
              <a:defRPr sz="1200"/>
            </a:pPr>
            <a:r>
              <a:rPr dirty="0"/>
              <a:t>• Search verses by feeling or topic</a:t>
            </a:r>
          </a:p>
          <a:p>
            <a:pPr>
              <a:defRPr sz="1200"/>
            </a:pPr>
            <a:r>
              <a:rPr dirty="0"/>
              <a:t>• Provide short reflections/mini-devotions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6134" y="5623560"/>
            <a:ext cx="39537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sz="1400" dirty="0"/>
              <a:t>Repo: </a:t>
            </a:r>
            <a:r>
              <a:rPr lang="en-US" sz="1400" dirty="0"/>
              <a:t>https://</a:t>
            </a:r>
            <a:r>
              <a:rPr lang="en-US" sz="1400" dirty="0" err="1"/>
              <a:t>github.com</a:t>
            </a:r>
            <a:r>
              <a:rPr lang="en-US" sz="1400" dirty="0"/>
              <a:t>/radal25/</a:t>
            </a:r>
            <a:r>
              <a:rPr lang="en-US" sz="1400" dirty="0" err="1"/>
              <a:t>DailySource.git</a:t>
            </a:r>
            <a:r>
              <a:rPr sz="1400" dirty="0"/>
              <a:t>   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C82BCA-4178-284E-FBDA-FA1A86109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374" y="2133898"/>
            <a:ext cx="3598333" cy="2377439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5BCC75E-5214-6505-AEA0-A1B7F6DE1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58" y="2133898"/>
            <a:ext cx="5053309" cy="246888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189</TotalTime>
  <Words>49</Words>
  <Application>Microsoft Macintosh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Raphael Adal</cp:lastModifiedBy>
  <cp:revision>3</cp:revision>
  <dcterms:created xsi:type="dcterms:W3CDTF">2013-01-27T09:14:16Z</dcterms:created>
  <dcterms:modified xsi:type="dcterms:W3CDTF">2025-12-02T03:09:06Z</dcterms:modified>
  <cp:category/>
</cp:coreProperties>
</file>